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226" y="-8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04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7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66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58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3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89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0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891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5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4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577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4358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Analytical Thinking Driven by Design Thinking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0660" y="2834640"/>
            <a:ext cx="6400800" cy="1752600"/>
          </a:xfrm>
        </p:spPr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Smart Home Assistant Example - User Research and Persona Creation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710" y="45086"/>
            <a:ext cx="7886700" cy="1325563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chemeClr val="bg1"/>
                </a:solidFill>
                <a:latin typeface="Algerian" panose="04020705040A02060702" pitchFamily="82" charset="0"/>
              </a:rPr>
              <a:t>Product and User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555" y="1295400"/>
            <a:ext cx="8229600" cy="4525963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IN" sz="4400" b="1" dirty="0">
                <a:solidFill>
                  <a:schemeClr val="bg1"/>
                </a:solidFill>
              </a:rPr>
              <a:t>Product: Smart Home Assistant.</a:t>
            </a:r>
          </a:p>
          <a:p>
            <a:pPr marL="571500" indent="-457200" algn="ctr">
              <a:buFont typeface="Wingdings" panose="05000000000000000000" pitchFamily="2" charset="2"/>
              <a:buChar char="§"/>
            </a:pPr>
            <a:r>
              <a:rPr b="1" dirty="0">
                <a:solidFill>
                  <a:schemeClr val="bg1"/>
                </a:solidFill>
              </a:rPr>
              <a:t>User Research:- Surveys and interviews about interaction with home technology</a:t>
            </a:r>
            <a:r>
              <a:rPr lang="en-IN" b="1" dirty="0">
                <a:solidFill>
                  <a:schemeClr val="bg1"/>
                </a:solidFill>
              </a:rPr>
              <a:t>.</a:t>
            </a:r>
          </a:p>
          <a:p>
            <a:pPr marL="571500" indent="-457200" algn="ctr">
              <a:buFont typeface="Wingdings" panose="05000000000000000000" pitchFamily="2" charset="2"/>
              <a:buChar char="§"/>
            </a:pPr>
            <a:r>
              <a:rPr b="1" dirty="0">
                <a:solidFill>
                  <a:schemeClr val="bg1"/>
                </a:solidFill>
              </a:rPr>
              <a:t>Users want convenience and hands-free control</a:t>
            </a:r>
            <a:r>
              <a:rPr lang="en-IN" b="1" dirty="0">
                <a:solidFill>
                  <a:schemeClr val="bg1"/>
                </a:solidFill>
              </a:rPr>
              <a:t>.</a:t>
            </a:r>
          </a:p>
          <a:p>
            <a:pPr marL="571500" indent="-457200" algn="ctr">
              <a:buFont typeface="Wingdings" panose="05000000000000000000" pitchFamily="2" charset="2"/>
              <a:buChar char="§"/>
            </a:pPr>
            <a:r>
              <a:rPr b="1" dirty="0">
                <a:solidFill>
                  <a:schemeClr val="bg1"/>
                </a:solidFill>
              </a:rPr>
              <a:t>Value integration with smart devices</a:t>
            </a:r>
            <a:r>
              <a:rPr sz="1200" b="1" dirty="0">
                <a:solidFill>
                  <a:schemeClr val="bg1"/>
                </a:solidFill>
              </a:rPr>
              <a:t> </a:t>
            </a:r>
            <a:r>
              <a:rPr b="1" dirty="0">
                <a:solidFill>
                  <a:schemeClr val="bg1"/>
                </a:solidFill>
              </a:rPr>
              <a:t>Concern about privacy and data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Persona Creation: John Miller </a:t>
            </a:r>
            <a:r>
              <a:rPr dirty="0"/>
              <a:t>- </a:t>
            </a:r>
            <a:r>
              <a:rPr sz="4000" dirty="0">
                <a:latin typeface="Arial Black" panose="020B0A04020102020204" pitchFamily="34" charset="0"/>
              </a:rPr>
              <a:t>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Name: John Miller</a:t>
            </a:r>
          </a:p>
          <a:p>
            <a:r>
              <a:rPr b="1" dirty="0"/>
              <a:t>Age: 45</a:t>
            </a:r>
          </a:p>
          <a:p>
            <a:r>
              <a:rPr b="1" dirty="0"/>
              <a:t>Profession: IT Consultant</a:t>
            </a:r>
          </a:p>
          <a:p>
            <a:r>
              <a:rPr b="1" dirty="0"/>
              <a:t>Income: $90,000/year</a:t>
            </a:r>
          </a:p>
          <a:p>
            <a:r>
              <a:rPr b="1" dirty="0"/>
              <a:t>Family: Married, two kids (ages 10 and 12)</a:t>
            </a:r>
          </a:p>
          <a:p>
            <a:r>
              <a:rPr b="1" dirty="0"/>
              <a:t>Location: Suburban 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bg1"/>
                </a:solidFill>
              </a:rPr>
              <a:t>Persona Creation: Goals and Psychographics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36725"/>
            <a:ext cx="7886700" cy="4351338"/>
          </a:xfrm>
        </p:spPr>
        <p:txBody>
          <a:bodyPr>
            <a:normAutofit/>
          </a:bodyPr>
          <a:lstStyle/>
          <a:p>
            <a:r>
              <a:rPr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Goals and Objectives</a:t>
            </a:r>
            <a:r>
              <a:rPr sz="2000" b="1" dirty="0">
                <a:solidFill>
                  <a:schemeClr val="bg1"/>
                </a:solidFill>
              </a:rPr>
              <a:t>:</a:t>
            </a:r>
          </a:p>
          <a:p>
            <a:r>
              <a:rPr sz="2000" b="1" dirty="0">
                <a:solidFill>
                  <a:schemeClr val="bg1"/>
                </a:solidFill>
              </a:rPr>
              <a:t> Automate daily tasks</a:t>
            </a:r>
          </a:p>
          <a:p>
            <a:r>
              <a:rPr sz="2000" b="1" dirty="0">
                <a:solidFill>
                  <a:schemeClr val="bg1"/>
                </a:solidFill>
              </a:rPr>
              <a:t> Create an efficient smart home</a:t>
            </a:r>
          </a:p>
          <a:p>
            <a:r>
              <a:rPr sz="2000" b="1" dirty="0">
                <a:solidFill>
                  <a:schemeClr val="bg1"/>
                </a:solidFill>
              </a:rPr>
              <a:t>Balance tech-savviness and simplicity</a:t>
            </a:r>
          </a:p>
          <a:p>
            <a:endParaRPr sz="2000" b="1" dirty="0">
              <a:solidFill>
                <a:schemeClr val="bg1"/>
              </a:solidFill>
            </a:endParaRPr>
          </a:p>
          <a:p>
            <a:r>
              <a:rPr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Psychographics:</a:t>
            </a:r>
          </a:p>
          <a:p>
            <a:r>
              <a:rPr sz="2000" b="1" dirty="0">
                <a:solidFill>
                  <a:schemeClr val="bg1"/>
                </a:solidFill>
              </a:rPr>
              <a:t>- Interests: Gadgets, home automation, video games</a:t>
            </a:r>
          </a:p>
          <a:p>
            <a:r>
              <a:rPr sz="2000" b="1" dirty="0">
                <a:solidFill>
                  <a:schemeClr val="bg1"/>
                </a:solidFill>
              </a:rPr>
              <a:t>- Personality: Tech-savvy, organized, family-oriented</a:t>
            </a:r>
          </a:p>
          <a:p>
            <a:r>
              <a:rPr sz="2000" b="1" dirty="0">
                <a:solidFill>
                  <a:schemeClr val="bg1"/>
                </a:solidFill>
              </a:rPr>
              <a:t>- Motivations: Efficiency, convenience, seamless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Persona Creation: Behavior and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798" y="1600200"/>
            <a:ext cx="8229600" cy="4525963"/>
          </a:xfrm>
        </p:spPr>
        <p:txBody>
          <a:bodyPr>
            <a:normAutofit/>
          </a:bodyPr>
          <a:lstStyle/>
          <a:p>
            <a:r>
              <a:rPr sz="2000" dirty="0">
                <a:latin typeface="Arial Black" panose="020B0A04020102020204" pitchFamily="34" charset="0"/>
              </a:rPr>
              <a:t>Behavior and Preferences</a:t>
            </a:r>
            <a:r>
              <a:rPr sz="2000" dirty="0"/>
              <a:t>:</a:t>
            </a:r>
          </a:p>
          <a:p>
            <a:r>
              <a:rPr sz="2000" b="1" dirty="0"/>
              <a:t>- Prefers voice commands for controlling devices</a:t>
            </a:r>
          </a:p>
          <a:p>
            <a:r>
              <a:rPr sz="2000" b="1" dirty="0"/>
              <a:t>- Values integration with all smart devices</a:t>
            </a:r>
          </a:p>
          <a:p>
            <a:r>
              <a:rPr sz="2000" b="1" dirty="0"/>
              <a:t>- Concerned about privacy and security</a:t>
            </a:r>
          </a:p>
          <a:p>
            <a:endParaRPr sz="2000" b="1" dirty="0"/>
          </a:p>
          <a:p>
            <a:r>
              <a:rPr sz="2000" b="1" dirty="0">
                <a:latin typeface="Arial Black" panose="020B0A04020102020204" pitchFamily="34" charset="0"/>
              </a:rPr>
              <a:t>User Journey:</a:t>
            </a:r>
          </a:p>
          <a:p>
            <a:r>
              <a:rPr sz="2000" b="1" dirty="0"/>
              <a:t>- Discovery through tech blogs</a:t>
            </a:r>
          </a:p>
          <a:p>
            <a:r>
              <a:rPr sz="2000" b="1" dirty="0"/>
              <a:t>- Purchase after comparing privacy options</a:t>
            </a:r>
          </a:p>
          <a:p>
            <a:r>
              <a:rPr sz="2000" b="1" dirty="0"/>
              <a:t>- Daily use for controlling lights, setting reminders, playing music</a:t>
            </a:r>
          </a:p>
          <a:p>
            <a:r>
              <a:rPr sz="2000" b="1" dirty="0"/>
              <a:t>- Exploring new features for home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Challenges and Pain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355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b="1" dirty="0">
                <a:latin typeface="Arial Black" panose="020B0A04020102020204" pitchFamily="34" charset="0"/>
              </a:rPr>
              <a:t>Challenges:</a:t>
            </a:r>
          </a:p>
          <a:p>
            <a:r>
              <a:rPr b="1" dirty="0"/>
              <a:t> Privacy concerns about voice data</a:t>
            </a:r>
          </a:p>
          <a:p>
            <a:r>
              <a:rPr b="1" dirty="0"/>
              <a:t>Device compatibility issues</a:t>
            </a:r>
          </a:p>
          <a:p>
            <a:r>
              <a:rPr b="1" dirty="0"/>
              <a:t> Family members struggle with voice recognition</a:t>
            </a:r>
          </a:p>
          <a:p>
            <a:endParaRPr b="1" dirty="0"/>
          </a:p>
          <a:p>
            <a:r>
              <a:rPr b="1" dirty="0">
                <a:latin typeface="Arial Black" panose="020B0A04020102020204" pitchFamily="34" charset="0"/>
              </a:rPr>
              <a:t>Pain Points:</a:t>
            </a:r>
          </a:p>
          <a:p>
            <a:r>
              <a:rPr b="1" dirty="0"/>
              <a:t> Occasional technical glitches</a:t>
            </a:r>
          </a:p>
          <a:p>
            <a:r>
              <a:rPr b="1" dirty="0"/>
              <a:t> Voice recognition failures</a:t>
            </a:r>
          </a:p>
          <a:p>
            <a:r>
              <a:rPr b="1" dirty="0"/>
              <a:t> Managing security settings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F75A05-959C-7445-0D1E-9A59EB11D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" y="124012"/>
            <a:ext cx="7801708" cy="520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068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8384" y="54719"/>
            <a:ext cx="8229600" cy="1143000"/>
          </a:xfrm>
        </p:spPr>
        <p:txBody>
          <a:bodyPr/>
          <a:lstStyle/>
          <a:p>
            <a:r>
              <a:rPr b="1" dirty="0">
                <a:solidFill>
                  <a:schemeClr val="bg1"/>
                </a:solidFill>
              </a:rPr>
              <a:t>User Journey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366" y="1455518"/>
            <a:ext cx="4255563" cy="197348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Stage 1: Awareness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+mj-lt"/>
              </a:rPr>
              <a:t>Learns about the product via blogs and word of mouth</a:t>
            </a:r>
            <a:r>
              <a:rPr lang="en-IN" sz="1600" b="1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Stage 2: Purchase Decision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+mj-lt"/>
              </a:rPr>
              <a:t>Chooses based on privacy controls and device compatibility</a:t>
            </a:r>
            <a:r>
              <a:rPr lang="en-IN" sz="1600" b="1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Stage 3: Onboarding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+mj-lt"/>
              </a:rPr>
              <a:t>Easy setup, integrates with existing smart devices</a:t>
            </a:r>
            <a:r>
              <a:rPr lang="en-IN" sz="1600" b="1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Stage 4: Daily Use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+mj-lt"/>
              </a:rPr>
              <a:t> Controls lights, sets reminders, plays media, integrates routines</a:t>
            </a:r>
            <a:r>
              <a:rPr lang="en-IN" sz="1600" b="1" dirty="0">
                <a:solidFill>
                  <a:schemeClr val="bg1"/>
                </a:solidFill>
                <a:latin typeface="+mj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Stage 5: Challenges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+mj-lt"/>
              </a:rPr>
              <a:t> Privacy concerns, occasional device issues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Arial Black" panose="020B0A04020102020204" pitchFamily="34" charset="0"/>
              </a:rPr>
              <a:t>Stage 6: Satisfaction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chemeClr val="bg1"/>
                </a:solidFill>
                <a:latin typeface="+mj-lt"/>
              </a:rPr>
              <a:t>Satisfied with features but mindful of privacy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FCB983-0F4C-D51E-1F3C-9CCBFE95F2F6}"/>
              </a:ext>
            </a:extLst>
          </p:cNvPr>
          <p:cNvSpPr txBox="1"/>
          <p:nvPr/>
        </p:nvSpPr>
        <p:spPr>
          <a:xfrm>
            <a:off x="739140" y="1988820"/>
            <a:ext cx="56845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TEAMLEOS35</a:t>
            </a:r>
          </a:p>
          <a:p>
            <a:r>
              <a:rPr lang="en-IN" sz="3200" dirty="0"/>
              <a:t>D.VISHALI</a:t>
            </a:r>
          </a:p>
          <a:p>
            <a:r>
              <a:rPr lang="en-IN" sz="3200" dirty="0"/>
              <a:t>G.HIMASAGAR REDDY</a:t>
            </a:r>
          </a:p>
          <a:p>
            <a:r>
              <a:rPr lang="en-IN" sz="3200" dirty="0"/>
              <a:t>D.DHEERAJ</a:t>
            </a:r>
          </a:p>
          <a:p>
            <a:r>
              <a:rPr lang="en-IN" sz="3200" dirty="0"/>
              <a:t>B.LOKESH</a:t>
            </a:r>
          </a:p>
          <a:p>
            <a:r>
              <a:rPr lang="en-IN" sz="3200" dirty="0"/>
              <a:t>M.HANSIKA REDDY</a:t>
            </a:r>
          </a:p>
          <a:p>
            <a:r>
              <a:rPr lang="en-IN" sz="3200" dirty="0"/>
              <a:t>RENU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0F9B58-5117-5568-5F88-1B85CC85FC4D}"/>
              </a:ext>
            </a:extLst>
          </p:cNvPr>
          <p:cNvSpPr/>
          <p:nvPr/>
        </p:nvSpPr>
        <p:spPr>
          <a:xfrm>
            <a:off x="5281197" y="5687675"/>
            <a:ext cx="34736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THANKYOU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9786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</TotalTime>
  <Words>355</Words>
  <Application>Microsoft Office PowerPoint</Application>
  <PresentationFormat>On-screen Show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Arial Black</vt:lpstr>
      <vt:lpstr>Calibri</vt:lpstr>
      <vt:lpstr>Calibri Light</vt:lpstr>
      <vt:lpstr>Wingdings</vt:lpstr>
      <vt:lpstr>Office Theme</vt:lpstr>
      <vt:lpstr>Analytical Thinking Driven by Design Thinking</vt:lpstr>
      <vt:lpstr>Product and User Research</vt:lpstr>
      <vt:lpstr>Persona Creation: John Miller - Demographics</vt:lpstr>
      <vt:lpstr>Persona Creation: Goals and Psychographics</vt:lpstr>
      <vt:lpstr>Persona Creation: Behavior and User Journey</vt:lpstr>
      <vt:lpstr>Challenges and Pain Points</vt:lpstr>
      <vt:lpstr>PowerPoint Presentation</vt:lpstr>
      <vt:lpstr>User Journey Mapping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NANDITHA REDDY.METTU</dc:creator>
  <cp:keywords/>
  <dc:description>generated using python-pptx</dc:description>
  <cp:lastModifiedBy>nanditha.mettu@outlook.com</cp:lastModifiedBy>
  <cp:revision>2</cp:revision>
  <dcterms:created xsi:type="dcterms:W3CDTF">2013-01-27T09:14:16Z</dcterms:created>
  <dcterms:modified xsi:type="dcterms:W3CDTF">2024-10-04T17:25:03Z</dcterms:modified>
  <cp:category/>
</cp:coreProperties>
</file>